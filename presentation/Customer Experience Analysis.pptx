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13398-A247-0013-6193-28683B147B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Customer Experience Analysis</a:t>
            </a:r>
            <a:br>
              <a:rPr lang="en-US" dirty="0"/>
            </a:br>
            <a:r>
              <a:rPr lang="en-US" i="1" dirty="0"/>
              <a:t>Airtime Rewards (NLP Approach)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075BBC-60EA-256A-63AD-0CECEA3ED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3" y="4779085"/>
            <a:ext cx="8791575" cy="1655762"/>
          </a:xfrm>
        </p:spPr>
        <p:txBody>
          <a:bodyPr/>
          <a:lstStyle/>
          <a:p>
            <a:r>
              <a:rPr lang="es-ES" dirty="0"/>
              <a:t>Jose Torres sanchez— Data </a:t>
            </a:r>
            <a:r>
              <a:rPr lang="es-ES" dirty="0" err="1"/>
              <a:t>Science</a:t>
            </a:r>
            <a:r>
              <a:rPr lang="es-ES" dirty="0"/>
              <a:t> Project</a:t>
            </a:r>
          </a:p>
        </p:txBody>
      </p:sp>
    </p:spTree>
    <p:extLst>
      <p:ext uri="{BB962C8B-B14F-4D97-AF65-F5344CB8AC3E}">
        <p14:creationId xmlns:p14="http://schemas.microsoft.com/office/powerpoint/2010/main" val="1843393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544E92-6E27-29E7-C87C-1B9DC1174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Key </a:t>
            </a:r>
            <a:r>
              <a:rPr lang="es-ES" dirty="0" err="1"/>
              <a:t>Question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02E8F3-435F-EF32-EC56-27790B931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3251436"/>
            <a:ext cx="9905999" cy="1865313"/>
          </a:xfrm>
        </p:spPr>
        <p:txBody>
          <a:bodyPr>
            <a:normAutofit fontScale="92500" lnSpcReduction="10000"/>
          </a:bodyPr>
          <a:lstStyle/>
          <a:p>
            <a:endParaRPr lang="es-ES" dirty="0"/>
          </a:p>
          <a:p>
            <a:pPr algn="ctr"/>
            <a:r>
              <a:rPr lang="es-ES" sz="4000" dirty="0"/>
              <a:t>¿Dónde están fallando realmente la experiencia del cliente?</a:t>
            </a:r>
          </a:p>
        </p:txBody>
      </p:sp>
    </p:spTree>
    <p:extLst>
      <p:ext uri="{BB962C8B-B14F-4D97-AF65-F5344CB8AC3E}">
        <p14:creationId xmlns:p14="http://schemas.microsoft.com/office/powerpoint/2010/main" val="226191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94999-35D0-E992-2431-D1FB7FAE4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err="1"/>
              <a:t>Customer</a:t>
            </a:r>
            <a:r>
              <a:rPr lang="es-ES" dirty="0"/>
              <a:t> </a:t>
            </a:r>
            <a:r>
              <a:rPr lang="es-ES" dirty="0" err="1"/>
              <a:t>Sentiment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0E28732-769B-43EB-4B1F-3D004F004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686" y="1679532"/>
            <a:ext cx="4482627" cy="400405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05A5966-6C04-E27D-7BC0-A17059E61C28}"/>
              </a:ext>
            </a:extLst>
          </p:cNvPr>
          <p:cNvSpPr txBox="1"/>
          <p:nvPr/>
        </p:nvSpPr>
        <p:spPr>
          <a:xfrm>
            <a:off x="2884250" y="5683587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Predominan las reseñas negativas (60%)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E596BF8-E126-195F-7C2E-C6A47F0D36F8}"/>
              </a:ext>
            </a:extLst>
          </p:cNvPr>
          <p:cNvSpPr txBox="1"/>
          <p:nvPr/>
        </p:nvSpPr>
        <p:spPr>
          <a:xfrm>
            <a:off x="5063247" y="6052919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Experiencia polarizada → problemas estructurales</a:t>
            </a:r>
          </a:p>
        </p:txBody>
      </p:sp>
    </p:spTree>
    <p:extLst>
      <p:ext uri="{BB962C8B-B14F-4D97-AF65-F5344CB8AC3E}">
        <p14:creationId xmlns:p14="http://schemas.microsoft.com/office/powerpoint/2010/main" val="2698036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BA9CE-1047-1494-4615-CDC78493C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ROOT CAUSE (</a:t>
            </a:r>
            <a:r>
              <a:rPr lang="es-ES" dirty="0" err="1"/>
              <a:t>topics</a:t>
            </a:r>
            <a:r>
              <a:rPr lang="es-ES" dirty="0"/>
              <a:t>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3B3BE99-1557-0115-803F-0D7F12F40384}"/>
              </a:ext>
            </a:extLst>
          </p:cNvPr>
          <p:cNvSpPr txBox="1"/>
          <p:nvPr/>
        </p:nvSpPr>
        <p:spPr>
          <a:xfrm>
            <a:off x="1892029" y="2097088"/>
            <a:ext cx="60992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Root Causes Identified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Rewards &amp; cashback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Transactions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Value perception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service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Retail interactions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DDF3038-73A8-549B-F895-747D9D080E79}"/>
              </a:ext>
            </a:extLst>
          </p:cNvPr>
          <p:cNvSpPr txBox="1"/>
          <p:nvPr/>
        </p:nvSpPr>
        <p:spPr>
          <a:xfrm>
            <a:off x="3973749" y="4099193"/>
            <a:ext cx="60992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/>
              <a:t>El sistema de recompensas es el centro de la experiencia</a:t>
            </a:r>
          </a:p>
        </p:txBody>
      </p:sp>
    </p:spTree>
    <p:extLst>
      <p:ext uri="{BB962C8B-B14F-4D97-AF65-F5344CB8AC3E}">
        <p14:creationId xmlns:p14="http://schemas.microsoft.com/office/powerpoint/2010/main" val="1598134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ADE77F-C928-0F15-BB63-308E52E7A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Problem</a:t>
            </a:r>
            <a:r>
              <a:rPr lang="es-ES" dirty="0"/>
              <a:t> </a:t>
            </a:r>
            <a:r>
              <a:rPr lang="es-ES" dirty="0" err="1"/>
              <a:t>core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7E9D07D-5E5D-68F3-416F-47A3D1527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32" y="1599388"/>
            <a:ext cx="5080837" cy="419829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BC7AFF7-DD6B-43DC-D1FD-D0BB5C01D1EE}"/>
              </a:ext>
            </a:extLst>
          </p:cNvPr>
          <p:cNvSpPr txBox="1"/>
          <p:nvPr/>
        </p:nvSpPr>
        <p:spPr>
          <a:xfrm>
            <a:off x="4109936" y="5916316"/>
            <a:ext cx="6099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“</a:t>
            </a:r>
            <a:r>
              <a:rPr lang="es-ES" dirty="0" err="1"/>
              <a:t>Reward</a:t>
            </a:r>
            <a:r>
              <a:rPr lang="es-ES" dirty="0"/>
              <a:t> no es un tema más: es el centro de toda la experiencia del cliente”</a:t>
            </a:r>
          </a:p>
        </p:txBody>
      </p:sp>
    </p:spTree>
    <p:extLst>
      <p:ext uri="{BB962C8B-B14F-4D97-AF65-F5344CB8AC3E}">
        <p14:creationId xmlns:p14="http://schemas.microsoft.com/office/powerpoint/2010/main" val="1646847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2BA51-CF5F-25DB-3789-755FA7F36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PROBLEM BREAKDOWN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699645-06DA-D126-869D-2E3988495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0018" y="2109210"/>
            <a:ext cx="4649783" cy="823912"/>
          </a:xfrm>
        </p:spPr>
        <p:txBody>
          <a:bodyPr/>
          <a:lstStyle/>
          <a:p>
            <a:r>
              <a:rPr lang="es-ES" dirty="0"/>
              <a:t>🔴 Negative drivers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9E5AEDD-7476-D822-2CC0-2D36482623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8" y="2109210"/>
            <a:ext cx="4646602" cy="823912"/>
          </a:xfrm>
        </p:spPr>
        <p:txBody>
          <a:bodyPr/>
          <a:lstStyle/>
          <a:p>
            <a:r>
              <a:rPr lang="es-ES" dirty="0"/>
              <a:t>🟢 Positive drivers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EA4183E-77FC-7BF8-0F24-F64485D61FA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s-ES" dirty="0" err="1"/>
              <a:t>Customer</a:t>
            </a:r>
            <a:r>
              <a:rPr lang="es-ES" dirty="0"/>
              <a:t> </a:t>
            </a:r>
            <a:r>
              <a:rPr lang="es-ES" dirty="0" err="1"/>
              <a:t>support</a:t>
            </a:r>
            <a:endParaRPr lang="es-E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3D7CF67-8212-12E7-2B62-29F7FCD9AF6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370018" y="3092831"/>
            <a:ext cx="378821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Rewards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(80% negativo)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perception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Transactions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F184B91-EACA-26AB-37D3-DB27C9CB5424}"/>
              </a:ext>
            </a:extLst>
          </p:cNvPr>
          <p:cNvSpPr txBox="1"/>
          <p:nvPr/>
        </p:nvSpPr>
        <p:spPr>
          <a:xfrm>
            <a:off x="2510562" y="5606532"/>
            <a:ext cx="76742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El producto falla más que el servicio</a:t>
            </a:r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3987808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44376C-7FA5-A1A1-2A79-7B4E5A3D3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COMPETITIVE INSIGHT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9946A89-B66D-EEF9-1745-E327C9DB07CE}"/>
              </a:ext>
            </a:extLst>
          </p:cNvPr>
          <p:cNvSpPr txBox="1"/>
          <p:nvPr/>
        </p:nvSpPr>
        <p:spPr>
          <a:xfrm>
            <a:off x="1780162" y="2228671"/>
            <a:ext cx="726169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400" b="1" dirty="0"/>
              <a:t>Competitive </a:t>
            </a:r>
            <a:r>
              <a:rPr lang="es-ES" sz="2400" b="1" dirty="0" err="1"/>
              <a:t>Perspective</a:t>
            </a:r>
            <a:endParaRPr lang="es-E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Competencia → problemas operativos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 err="1"/>
              <a:t>Airtime</a:t>
            </a:r>
            <a:r>
              <a:rPr lang="es-ES" sz="2400" dirty="0"/>
              <a:t> → problemas en el </a:t>
            </a:r>
            <a:r>
              <a:rPr lang="es-ES" sz="2400" dirty="0" err="1"/>
              <a:t>core</a:t>
            </a:r>
            <a:r>
              <a:rPr lang="es-ES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Mayor similitud con empresas transaccionales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6934539-3F59-02B9-A130-181852E73902}"/>
              </a:ext>
            </a:extLst>
          </p:cNvPr>
          <p:cNvSpPr txBox="1"/>
          <p:nvPr/>
        </p:nvSpPr>
        <p:spPr>
          <a:xfrm>
            <a:off x="3594370" y="5053678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 err="1"/>
              <a:t>Airtime</a:t>
            </a:r>
            <a:r>
              <a:rPr lang="es-ES" b="1" dirty="0"/>
              <a:t> tiene un problema estructural, no operativo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7175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347F0-7470-2349-9A3E-CE4566ACE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FINAL TAKEAWAY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DFAA7ED-2E9C-6E72-7608-6B517199B748}"/>
              </a:ext>
            </a:extLst>
          </p:cNvPr>
          <p:cNvSpPr txBox="1"/>
          <p:nvPr/>
        </p:nvSpPr>
        <p:spPr>
          <a:xfrm>
            <a:off x="1741252" y="2097087"/>
            <a:ext cx="95233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dirty="0"/>
              <a:t>Cuando falla el </a:t>
            </a:r>
            <a:r>
              <a:rPr lang="es-ES" sz="3200" dirty="0" err="1"/>
              <a:t>cashback</a:t>
            </a:r>
            <a:r>
              <a:rPr lang="es-ES" sz="3200" dirty="0"/>
              <a:t>, falla toda la experiencia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D26A474-104E-9A9B-C4AC-E2A2C2ABCE50}"/>
              </a:ext>
            </a:extLst>
          </p:cNvPr>
          <p:cNvSpPr txBox="1"/>
          <p:nvPr/>
        </p:nvSpPr>
        <p:spPr>
          <a:xfrm>
            <a:off x="3046379" y="4159823"/>
            <a:ext cx="60992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Prioridad: fiabilidad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Reducir fricción en </a:t>
            </a:r>
            <a:r>
              <a:rPr lang="es-ES" dirty="0" err="1"/>
              <a:t>rewards</a:t>
            </a:r>
            <a:r>
              <a:rPr lang="es-E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Alinear expectativas</a:t>
            </a:r>
          </a:p>
        </p:txBody>
      </p:sp>
    </p:spTree>
    <p:extLst>
      <p:ext uri="{BB962C8B-B14F-4D97-AF65-F5344CB8AC3E}">
        <p14:creationId xmlns:p14="http://schemas.microsoft.com/office/powerpoint/2010/main" val="34572133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{8186C2A5-B237-46E4-B562-564B0C642AEC}TF6d5feb1e-e145-43f1-b745-cb4b54c5ee97494f94d6-c317f2461df2</Template>
  <TotalTime>35</TotalTime>
  <Words>167</Words>
  <Application>Microsoft Office PowerPoint</Application>
  <PresentationFormat>Panorámica</PresentationFormat>
  <Paragraphs>37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Tw Cen MT</vt:lpstr>
      <vt:lpstr>Circuito</vt:lpstr>
      <vt:lpstr>Customer Experience Analysis Airtime Rewards (NLP Approach)</vt:lpstr>
      <vt:lpstr>Key Question</vt:lpstr>
      <vt:lpstr>Customer Sentiment</vt:lpstr>
      <vt:lpstr>ROOT CAUSE (topics)</vt:lpstr>
      <vt:lpstr>Problem core</vt:lpstr>
      <vt:lpstr>PROBLEM BREAKDOWN</vt:lpstr>
      <vt:lpstr>COMPETITIVE INSIGHT</vt:lpstr>
      <vt:lpstr>FINAL TAKEAWAY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torres sanchez</dc:creator>
  <cp:lastModifiedBy>jose torres sanchez</cp:lastModifiedBy>
  <cp:revision>1</cp:revision>
  <dcterms:created xsi:type="dcterms:W3CDTF">2026-04-14T17:18:55Z</dcterms:created>
  <dcterms:modified xsi:type="dcterms:W3CDTF">2026-04-14T17:54:03Z</dcterms:modified>
</cp:coreProperties>
</file>